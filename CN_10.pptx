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7" r:id="rId9"/>
    <p:sldId id="265" r:id="rId10"/>
    <p:sldId id="261" r:id="rId11"/>
    <p:sldId id="27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BA959-0156-4C0D-A243-792DB05E2CB7}" v="79" dt="2026-04-12T02:30:06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Yandrapu" userId="8862cef5051813ea" providerId="LiveId" clId="{374B3F82-76F1-45C2-BD09-E1A4D59DC6C5}"/>
    <pc:docChg chg="undo redo custSel addSld delSld modSld">
      <pc:chgData name="Satya Yandrapu" userId="8862cef5051813ea" providerId="LiveId" clId="{374B3F82-76F1-45C2-BD09-E1A4D59DC6C5}" dt="2026-04-12T02:33:46.334" v="994" actId="2711"/>
      <pc:docMkLst>
        <pc:docMk/>
      </pc:docMkLst>
      <pc:sldChg chg="modTransition">
        <pc:chgData name="Satya Yandrapu" userId="8862cef5051813ea" providerId="LiveId" clId="{374B3F82-76F1-45C2-BD09-E1A4D59DC6C5}" dt="2026-04-11T06:57:07.684" v="361"/>
        <pc:sldMkLst>
          <pc:docMk/>
          <pc:sldMk cId="1092226373" sldId="256"/>
        </pc:sldMkLst>
      </pc:sldChg>
      <pc:sldChg chg="modSp new mod modTransition">
        <pc:chgData name="Satya Yandrapu" userId="8862cef5051813ea" providerId="LiveId" clId="{374B3F82-76F1-45C2-BD09-E1A4D59DC6C5}" dt="2026-04-11T10:44:56.424" v="885" actId="207"/>
        <pc:sldMkLst>
          <pc:docMk/>
          <pc:sldMk cId="501993403" sldId="257"/>
        </pc:sldMkLst>
        <pc:spChg chg="mod">
          <ac:chgData name="Satya Yandrapu" userId="8862cef5051813ea" providerId="LiveId" clId="{374B3F82-76F1-45C2-BD09-E1A4D59DC6C5}" dt="2026-04-11T07:06:52.338" v="409" actId="2711"/>
          <ac:spMkLst>
            <pc:docMk/>
            <pc:sldMk cId="501993403" sldId="257"/>
            <ac:spMk id="2" creationId="{E34B70DD-58B7-00BF-2154-CF1B0C2E5E9F}"/>
          </ac:spMkLst>
        </pc:spChg>
        <pc:spChg chg="mod">
          <ac:chgData name="Satya Yandrapu" userId="8862cef5051813ea" providerId="LiveId" clId="{374B3F82-76F1-45C2-BD09-E1A4D59DC6C5}" dt="2026-04-11T10:44:56.424" v="885" actId="207"/>
          <ac:spMkLst>
            <pc:docMk/>
            <pc:sldMk cId="501993403" sldId="257"/>
            <ac:spMk id="3" creationId="{897F2D6E-1661-AF68-14E7-3A1F0432B84E}"/>
          </ac:spMkLst>
        </pc:spChg>
      </pc:sldChg>
      <pc:sldChg chg="addSp delSp modSp new add del mod modTransition">
        <pc:chgData name="Satya Yandrapu" userId="8862cef5051813ea" providerId="LiveId" clId="{374B3F82-76F1-45C2-BD09-E1A4D59DC6C5}" dt="2026-04-11T10:49:54.051" v="940" actId="14100"/>
        <pc:sldMkLst>
          <pc:docMk/>
          <pc:sldMk cId="740746797" sldId="258"/>
        </pc:sldMkLst>
        <pc:spChg chg="mod">
          <ac:chgData name="Satya Yandrapu" userId="8862cef5051813ea" providerId="LiveId" clId="{374B3F82-76F1-45C2-BD09-E1A4D59DC6C5}" dt="2026-04-11T07:06:32.533" v="407" actId="2711"/>
          <ac:spMkLst>
            <pc:docMk/>
            <pc:sldMk cId="740746797" sldId="258"/>
            <ac:spMk id="2" creationId="{13773EDA-EDAA-D1A1-363B-8EE64B233B74}"/>
          </ac:spMkLst>
        </pc:spChg>
        <pc:spChg chg="mod">
          <ac:chgData name="Satya Yandrapu" userId="8862cef5051813ea" providerId="LiveId" clId="{374B3F82-76F1-45C2-BD09-E1A4D59DC6C5}" dt="2026-04-11T07:06:32.533" v="407" actId="2711"/>
          <ac:spMkLst>
            <pc:docMk/>
            <pc:sldMk cId="740746797" sldId="258"/>
            <ac:spMk id="3" creationId="{D09F5E02-9AD1-D50D-4C60-8E8283D19918}"/>
          </ac:spMkLst>
        </pc:spChg>
        <pc:picChg chg="add del mod">
          <ac:chgData name="Satya Yandrapu" userId="8862cef5051813ea" providerId="LiveId" clId="{374B3F82-76F1-45C2-BD09-E1A4D59DC6C5}" dt="2026-04-11T06:28:00.232" v="131" actId="21"/>
          <ac:picMkLst>
            <pc:docMk/>
            <pc:sldMk cId="740746797" sldId="258"/>
            <ac:picMk id="5" creationId="{D4A30C8B-2D7D-F28A-5E13-E0335A54D9ED}"/>
          </ac:picMkLst>
        </pc:picChg>
        <pc:picChg chg="add del mod">
          <ac:chgData name="Satya Yandrapu" userId="8862cef5051813ea" providerId="LiveId" clId="{374B3F82-76F1-45C2-BD09-E1A4D59DC6C5}" dt="2026-04-11T06:30:45.328" v="150" actId="21"/>
          <ac:picMkLst>
            <pc:docMk/>
            <pc:sldMk cId="740746797" sldId="258"/>
            <ac:picMk id="7" creationId="{ADCEA1ED-B90C-F201-D7D5-6B8A7A48C467}"/>
          </ac:picMkLst>
        </pc:picChg>
        <pc:picChg chg="add mod">
          <ac:chgData name="Satya Yandrapu" userId="8862cef5051813ea" providerId="LiveId" clId="{374B3F82-76F1-45C2-BD09-E1A4D59DC6C5}" dt="2026-04-11T10:49:54.051" v="940" actId="14100"/>
          <ac:picMkLst>
            <pc:docMk/>
            <pc:sldMk cId="740746797" sldId="258"/>
            <ac:picMk id="9" creationId="{EEF75EA0-07DD-CFC4-CCCD-9BA5DED442E4}"/>
          </ac:picMkLst>
        </pc:picChg>
      </pc:sldChg>
      <pc:sldChg chg="modSp new mod modTransition">
        <pc:chgData name="Satya Yandrapu" userId="8862cef5051813ea" providerId="LiveId" clId="{374B3F82-76F1-45C2-BD09-E1A4D59DC6C5}" dt="2026-04-12T02:33:46.334" v="994" actId="2711"/>
        <pc:sldMkLst>
          <pc:docMk/>
          <pc:sldMk cId="1884875210" sldId="259"/>
        </pc:sldMkLst>
        <pc:spChg chg="mod">
          <ac:chgData name="Satya Yandrapu" userId="8862cef5051813ea" providerId="LiveId" clId="{374B3F82-76F1-45C2-BD09-E1A4D59DC6C5}" dt="2026-04-11T07:06:00.697" v="404" actId="14100"/>
          <ac:spMkLst>
            <pc:docMk/>
            <pc:sldMk cId="1884875210" sldId="259"/>
            <ac:spMk id="2" creationId="{D7D8FFE8-D3DB-63F1-B914-666AE0BCD1DB}"/>
          </ac:spMkLst>
        </pc:spChg>
        <pc:spChg chg="mod">
          <ac:chgData name="Satya Yandrapu" userId="8862cef5051813ea" providerId="LiveId" clId="{374B3F82-76F1-45C2-BD09-E1A4D59DC6C5}" dt="2026-04-12T02:33:46.334" v="994" actId="2711"/>
          <ac:spMkLst>
            <pc:docMk/>
            <pc:sldMk cId="1884875210" sldId="259"/>
            <ac:spMk id="3" creationId="{91167701-56D6-45F6-70A0-65B4E08ABC53}"/>
          </ac:spMkLst>
        </pc:spChg>
      </pc:sldChg>
      <pc:sldChg chg="addSp delSp modSp new del mod">
        <pc:chgData name="Satya Yandrapu" userId="8862cef5051813ea" providerId="LiveId" clId="{374B3F82-76F1-45C2-BD09-E1A4D59DC6C5}" dt="2026-04-11T06:33:20.772" v="162" actId="2696"/>
        <pc:sldMkLst>
          <pc:docMk/>
          <pc:sldMk cId="2005349922" sldId="259"/>
        </pc:sldMkLst>
        <pc:spChg chg="del mod">
          <ac:chgData name="Satya Yandrapu" userId="8862cef5051813ea" providerId="LiveId" clId="{374B3F82-76F1-45C2-BD09-E1A4D59DC6C5}" dt="2026-04-11T06:33:00.695" v="161" actId="21"/>
          <ac:spMkLst>
            <pc:docMk/>
            <pc:sldMk cId="2005349922" sldId="259"/>
            <ac:spMk id="2" creationId="{B0DAE125-E0BB-29EC-5277-D0F67DB62057}"/>
          </ac:spMkLst>
        </pc:spChg>
        <pc:spChg chg="del">
          <ac:chgData name="Satya Yandrapu" userId="8862cef5051813ea" providerId="LiveId" clId="{374B3F82-76F1-45C2-BD09-E1A4D59DC6C5}" dt="2026-04-11T06:15:03.967" v="102" actId="22"/>
          <ac:spMkLst>
            <pc:docMk/>
            <pc:sldMk cId="2005349922" sldId="259"/>
            <ac:spMk id="3" creationId="{14E5C329-3F43-7766-2B42-D76CF0860BB1}"/>
          </ac:spMkLst>
        </pc:spChg>
        <pc:spChg chg="del mod">
          <ac:chgData name="Satya Yandrapu" userId="8862cef5051813ea" providerId="LiveId" clId="{374B3F82-76F1-45C2-BD09-E1A4D59DC6C5}" dt="2026-04-11T06:33:00.695" v="161" actId="21"/>
          <ac:spMkLst>
            <pc:docMk/>
            <pc:sldMk cId="2005349922" sldId="259"/>
            <ac:spMk id="4" creationId="{B0CB945C-E66C-C51E-0674-5AD6C70DE983}"/>
          </ac:spMkLst>
        </pc:spChg>
        <pc:spChg chg="add del mod">
          <ac:chgData name="Satya Yandrapu" userId="8862cef5051813ea" providerId="LiveId" clId="{374B3F82-76F1-45C2-BD09-E1A4D59DC6C5}" dt="2026-04-11T06:16:23.416" v="108" actId="22"/>
          <ac:spMkLst>
            <pc:docMk/>
            <pc:sldMk cId="2005349922" sldId="259"/>
            <ac:spMk id="8" creationId="{5BF50A69-E539-32D9-B81E-555854FE8153}"/>
          </ac:spMkLst>
        </pc:spChg>
        <pc:spChg chg="add del mod">
          <ac:chgData name="Satya Yandrapu" userId="8862cef5051813ea" providerId="LiveId" clId="{374B3F82-76F1-45C2-BD09-E1A4D59DC6C5}" dt="2026-04-11T06:33:00.695" v="161" actId="21"/>
          <ac:spMkLst>
            <pc:docMk/>
            <pc:sldMk cId="2005349922" sldId="259"/>
            <ac:spMk id="14" creationId="{587DF56E-E0BE-9541-86F1-50AA090E5EE8}"/>
          </ac:spMkLst>
        </pc:spChg>
        <pc:spChg chg="add mod">
          <ac:chgData name="Satya Yandrapu" userId="8862cef5051813ea" providerId="LiveId" clId="{374B3F82-76F1-45C2-BD09-E1A4D59DC6C5}" dt="2026-04-11T06:33:00.695" v="161" actId="21"/>
          <ac:spMkLst>
            <pc:docMk/>
            <pc:sldMk cId="2005349922" sldId="259"/>
            <ac:spMk id="20" creationId="{0306FFB5-3AA0-B75C-5F34-0B20D76F60DB}"/>
          </ac:spMkLst>
        </pc:spChg>
        <pc:spChg chg="add mod">
          <ac:chgData name="Satya Yandrapu" userId="8862cef5051813ea" providerId="LiveId" clId="{374B3F82-76F1-45C2-BD09-E1A4D59DC6C5}" dt="2026-04-11T06:33:00.695" v="161" actId="21"/>
          <ac:spMkLst>
            <pc:docMk/>
            <pc:sldMk cId="2005349922" sldId="259"/>
            <ac:spMk id="22" creationId="{F451C750-2825-4CFA-0E9E-C5B14C419055}"/>
          </ac:spMkLst>
        </pc:spChg>
        <pc:picChg chg="add del mod ord">
          <ac:chgData name="Satya Yandrapu" userId="8862cef5051813ea" providerId="LiveId" clId="{374B3F82-76F1-45C2-BD09-E1A4D59DC6C5}" dt="2026-04-11T06:15:09.649" v="103" actId="21"/>
          <ac:picMkLst>
            <pc:docMk/>
            <pc:sldMk cId="2005349922" sldId="259"/>
            <ac:picMk id="6" creationId="{33306847-C0C1-76D0-03EC-C8414F0CF21A}"/>
          </ac:picMkLst>
        </pc:picChg>
        <pc:picChg chg="add del mod ord">
          <ac:chgData name="Satya Yandrapu" userId="8862cef5051813ea" providerId="LiveId" clId="{374B3F82-76F1-45C2-BD09-E1A4D59DC6C5}" dt="2026-04-11T06:16:15.825" v="107" actId="22"/>
          <ac:picMkLst>
            <pc:docMk/>
            <pc:sldMk cId="2005349922" sldId="259"/>
            <ac:picMk id="10" creationId="{4BCD418A-0556-B540-3368-AA3DF41B7E5B}"/>
          </ac:picMkLst>
        </pc:picChg>
        <pc:picChg chg="add del mod ord">
          <ac:chgData name="Satya Yandrapu" userId="8862cef5051813ea" providerId="LiveId" clId="{374B3F82-76F1-45C2-BD09-E1A4D59DC6C5}" dt="2026-04-11T06:18:40.254" v="111" actId="21"/>
          <ac:picMkLst>
            <pc:docMk/>
            <pc:sldMk cId="2005349922" sldId="259"/>
            <ac:picMk id="12" creationId="{79914B25-DB74-ACCC-B7EF-C2B2FD6E2931}"/>
          </ac:picMkLst>
        </pc:picChg>
        <pc:picChg chg="add del mod ord modCrop">
          <ac:chgData name="Satya Yandrapu" userId="8862cef5051813ea" providerId="LiveId" clId="{374B3F82-76F1-45C2-BD09-E1A4D59DC6C5}" dt="2026-04-11T06:21:56.729" v="117" actId="931"/>
          <ac:picMkLst>
            <pc:docMk/>
            <pc:sldMk cId="2005349922" sldId="259"/>
            <ac:picMk id="16" creationId="{A2FCB1DC-1A3A-7EF4-7BF5-3B826A27A1F1}"/>
          </ac:picMkLst>
        </pc:picChg>
        <pc:picChg chg="add del mod ord modCrop">
          <ac:chgData name="Satya Yandrapu" userId="8862cef5051813ea" providerId="LiveId" clId="{374B3F82-76F1-45C2-BD09-E1A4D59DC6C5}" dt="2026-04-11T06:24:45.785" v="126" actId="22"/>
          <ac:picMkLst>
            <pc:docMk/>
            <pc:sldMk cId="2005349922" sldId="259"/>
            <ac:picMk id="18" creationId="{B915ADBD-4EBD-006C-66F4-3C3CCCB53E5E}"/>
          </ac:picMkLst>
        </pc:picChg>
      </pc:sldChg>
      <pc:sldChg chg="addSp delSp modSp new mod modTransition">
        <pc:chgData name="Satya Yandrapu" userId="8862cef5051813ea" providerId="LiveId" clId="{374B3F82-76F1-45C2-BD09-E1A4D59DC6C5}" dt="2026-04-11T06:57:33.299" v="364"/>
        <pc:sldMkLst>
          <pc:docMk/>
          <pc:sldMk cId="2135687139" sldId="260"/>
        </pc:sldMkLst>
        <pc:spChg chg="mod">
          <ac:chgData name="Satya Yandrapu" userId="8862cef5051813ea" providerId="LiveId" clId="{374B3F82-76F1-45C2-BD09-E1A4D59DC6C5}" dt="2026-04-11T06:45:25.302" v="257" actId="207"/>
          <ac:spMkLst>
            <pc:docMk/>
            <pc:sldMk cId="2135687139" sldId="260"/>
            <ac:spMk id="2" creationId="{2E6BF9E1-44DC-EE0C-BF73-6B18ACFD2CAA}"/>
          </ac:spMkLst>
        </pc:spChg>
        <pc:spChg chg="mod">
          <ac:chgData name="Satya Yandrapu" userId="8862cef5051813ea" providerId="LiveId" clId="{374B3F82-76F1-45C2-BD09-E1A4D59DC6C5}" dt="2026-04-11T06:45:06.583" v="253" actId="27636"/>
          <ac:spMkLst>
            <pc:docMk/>
            <pc:sldMk cId="2135687139" sldId="260"/>
            <ac:spMk id="3" creationId="{C69A5840-5082-F5E8-5C86-53CE1F8FFCA0}"/>
          </ac:spMkLst>
        </pc:spChg>
        <pc:spChg chg="add del">
          <ac:chgData name="Satya Yandrapu" userId="8862cef5051813ea" providerId="LiveId" clId="{374B3F82-76F1-45C2-BD09-E1A4D59DC6C5}" dt="2026-04-11T06:39:49.658" v="194" actId="22"/>
          <ac:spMkLst>
            <pc:docMk/>
            <pc:sldMk cId="2135687139" sldId="260"/>
            <ac:spMk id="5" creationId="{9049D122-C90B-9D28-E4CA-93E8F5A2C139}"/>
          </ac:spMkLst>
        </pc:spChg>
        <pc:picChg chg="add mod">
          <ac:chgData name="Satya Yandrapu" userId="8862cef5051813ea" providerId="LiveId" clId="{374B3F82-76F1-45C2-BD09-E1A4D59DC6C5}" dt="2026-04-11T06:44:58.201" v="250" actId="1076"/>
          <ac:picMkLst>
            <pc:docMk/>
            <pc:sldMk cId="2135687139" sldId="260"/>
            <ac:picMk id="7" creationId="{0DF90D2B-568D-DF5E-753C-A9BF8D637E1C}"/>
          </ac:picMkLst>
        </pc:picChg>
      </pc:sldChg>
      <pc:sldChg chg="modSp new mod modTransition">
        <pc:chgData name="Satya Yandrapu" userId="8862cef5051813ea" providerId="LiveId" clId="{374B3F82-76F1-45C2-BD09-E1A4D59DC6C5}" dt="2026-04-12T02:31:46.115" v="971" actId="255"/>
        <pc:sldMkLst>
          <pc:docMk/>
          <pc:sldMk cId="1026985869" sldId="261"/>
        </pc:sldMkLst>
        <pc:spChg chg="mod">
          <ac:chgData name="Satya Yandrapu" userId="8862cef5051813ea" providerId="LiveId" clId="{374B3F82-76F1-45C2-BD09-E1A4D59DC6C5}" dt="2026-04-11T06:51:36.835" v="309" actId="2711"/>
          <ac:spMkLst>
            <pc:docMk/>
            <pc:sldMk cId="1026985869" sldId="261"/>
            <ac:spMk id="2" creationId="{54E4D21C-A791-6C7C-731E-D4D80F82720A}"/>
          </ac:spMkLst>
        </pc:spChg>
        <pc:spChg chg="mod">
          <ac:chgData name="Satya Yandrapu" userId="8862cef5051813ea" providerId="LiveId" clId="{374B3F82-76F1-45C2-BD09-E1A4D59DC6C5}" dt="2026-04-12T02:31:46.115" v="971" actId="255"/>
          <ac:spMkLst>
            <pc:docMk/>
            <pc:sldMk cId="1026985869" sldId="261"/>
            <ac:spMk id="3" creationId="{08FA92CE-4356-C5D1-E626-7F86DF691137}"/>
          </ac:spMkLst>
        </pc:spChg>
      </pc:sldChg>
      <pc:sldChg chg="modSp new mod modTransition">
        <pc:chgData name="Satya Yandrapu" userId="8862cef5051813ea" providerId="LiveId" clId="{374B3F82-76F1-45C2-BD09-E1A4D59DC6C5}" dt="2026-04-11T06:57:43.932" v="366"/>
        <pc:sldMkLst>
          <pc:docMk/>
          <pc:sldMk cId="2233675725" sldId="262"/>
        </pc:sldMkLst>
        <pc:spChg chg="mod">
          <ac:chgData name="Satya Yandrapu" userId="8862cef5051813ea" providerId="LiveId" clId="{374B3F82-76F1-45C2-BD09-E1A4D59DC6C5}" dt="2026-04-11T06:54:00.317" v="332" actId="255"/>
          <ac:spMkLst>
            <pc:docMk/>
            <pc:sldMk cId="2233675725" sldId="262"/>
            <ac:spMk id="2" creationId="{1724264F-2B43-CF1F-D2A6-80CD56F306D2}"/>
          </ac:spMkLst>
        </pc:spChg>
        <pc:spChg chg="mod">
          <ac:chgData name="Satya Yandrapu" userId="8862cef5051813ea" providerId="LiveId" clId="{374B3F82-76F1-45C2-BD09-E1A4D59DC6C5}" dt="2026-04-11T06:53:48.835" v="331" actId="2711"/>
          <ac:spMkLst>
            <pc:docMk/>
            <pc:sldMk cId="2233675725" sldId="262"/>
            <ac:spMk id="3" creationId="{15C21888-B4A2-D144-90A4-7CDFFA72AA01}"/>
          </ac:spMkLst>
        </pc:spChg>
      </pc:sldChg>
      <pc:sldChg chg="modSp new mod modTransition">
        <pc:chgData name="Satya Yandrapu" userId="8862cef5051813ea" providerId="LiveId" clId="{374B3F82-76F1-45C2-BD09-E1A4D59DC6C5}" dt="2026-04-11T10:21:54.944" v="628" actId="20577"/>
        <pc:sldMkLst>
          <pc:docMk/>
          <pc:sldMk cId="860199661" sldId="263"/>
        </pc:sldMkLst>
        <pc:spChg chg="mod">
          <ac:chgData name="Satya Yandrapu" userId="8862cef5051813ea" providerId="LiveId" clId="{374B3F82-76F1-45C2-BD09-E1A4D59DC6C5}" dt="2026-04-11T06:55:52.308" v="358" actId="2711"/>
          <ac:spMkLst>
            <pc:docMk/>
            <pc:sldMk cId="860199661" sldId="263"/>
            <ac:spMk id="2" creationId="{E66076AB-2C50-271F-C436-7E559097D626}"/>
          </ac:spMkLst>
        </pc:spChg>
        <pc:spChg chg="mod">
          <ac:chgData name="Satya Yandrapu" userId="8862cef5051813ea" providerId="LiveId" clId="{374B3F82-76F1-45C2-BD09-E1A4D59DC6C5}" dt="2026-04-11T10:21:54.944" v="628" actId="20577"/>
          <ac:spMkLst>
            <pc:docMk/>
            <pc:sldMk cId="860199661" sldId="263"/>
            <ac:spMk id="3" creationId="{5DDE1FFF-2145-F934-A973-D3E6595E6DA0}"/>
          </ac:spMkLst>
        </pc:spChg>
      </pc:sldChg>
      <pc:sldChg chg="new del">
        <pc:chgData name="Satya Yandrapu" userId="8862cef5051813ea" providerId="LiveId" clId="{374B3F82-76F1-45C2-BD09-E1A4D59DC6C5}" dt="2026-04-11T06:58:50.249" v="370" actId="680"/>
        <pc:sldMkLst>
          <pc:docMk/>
          <pc:sldMk cId="287814181" sldId="264"/>
        </pc:sldMkLst>
      </pc:sldChg>
      <pc:sldChg chg="modSp new mod modTransition">
        <pc:chgData name="Satya Yandrapu" userId="8862cef5051813ea" providerId="LiveId" clId="{374B3F82-76F1-45C2-BD09-E1A4D59DC6C5}" dt="2026-04-11T10:52:07.698" v="947" actId="1076"/>
        <pc:sldMkLst>
          <pc:docMk/>
          <pc:sldMk cId="2839438823" sldId="264"/>
        </pc:sldMkLst>
        <pc:spChg chg="mod">
          <ac:chgData name="Satya Yandrapu" userId="8862cef5051813ea" providerId="LiveId" clId="{374B3F82-76F1-45C2-BD09-E1A4D59DC6C5}" dt="2026-04-11T10:52:07.698" v="947" actId="1076"/>
          <ac:spMkLst>
            <pc:docMk/>
            <pc:sldMk cId="2839438823" sldId="264"/>
            <ac:spMk id="2" creationId="{FEB4D499-2B37-4C99-F961-640F0290F4D1}"/>
          </ac:spMkLst>
        </pc:spChg>
      </pc:sldChg>
      <pc:sldChg chg="modSp new mod modTransition">
        <pc:chgData name="Satya Yandrapu" userId="8862cef5051813ea" providerId="LiveId" clId="{374B3F82-76F1-45C2-BD09-E1A4D59DC6C5}" dt="2026-04-12T02:33:28.891" v="993" actId="2711"/>
        <pc:sldMkLst>
          <pc:docMk/>
          <pc:sldMk cId="1465316756" sldId="265"/>
        </pc:sldMkLst>
        <pc:spChg chg="mod">
          <ac:chgData name="Satya Yandrapu" userId="8862cef5051813ea" providerId="LiveId" clId="{374B3F82-76F1-45C2-BD09-E1A4D59DC6C5}" dt="2026-04-11T10:18:37.775" v="518" actId="20577"/>
          <ac:spMkLst>
            <pc:docMk/>
            <pc:sldMk cId="1465316756" sldId="265"/>
            <ac:spMk id="2" creationId="{CDBDCB5C-04B2-C977-EF55-6972DCB46244}"/>
          </ac:spMkLst>
        </pc:spChg>
        <pc:spChg chg="mod">
          <ac:chgData name="Satya Yandrapu" userId="8862cef5051813ea" providerId="LiveId" clId="{374B3F82-76F1-45C2-BD09-E1A4D59DC6C5}" dt="2026-04-12T02:33:28.891" v="993" actId="2711"/>
          <ac:spMkLst>
            <pc:docMk/>
            <pc:sldMk cId="1465316756" sldId="265"/>
            <ac:spMk id="3" creationId="{7090D25E-7C4B-4F4D-B062-F4A29A3166E4}"/>
          </ac:spMkLst>
        </pc:spChg>
      </pc:sldChg>
      <pc:sldChg chg="addSp delSp modSp new del mod">
        <pc:chgData name="Satya Yandrapu" userId="8862cef5051813ea" providerId="LiveId" clId="{374B3F82-76F1-45C2-BD09-E1A4D59DC6C5}" dt="2026-04-11T10:44:09.481" v="861" actId="2696"/>
        <pc:sldMkLst>
          <pc:docMk/>
          <pc:sldMk cId="735571152" sldId="266"/>
        </pc:sldMkLst>
        <pc:spChg chg="mod">
          <ac:chgData name="Satya Yandrapu" userId="8862cef5051813ea" providerId="LiveId" clId="{374B3F82-76F1-45C2-BD09-E1A4D59DC6C5}" dt="2026-04-11T10:30:29.192" v="708" actId="21"/>
          <ac:spMkLst>
            <pc:docMk/>
            <pc:sldMk cId="735571152" sldId="266"/>
            <ac:spMk id="2" creationId="{8810290B-02E2-9150-063C-BD0828D2E2FA}"/>
          </ac:spMkLst>
        </pc:spChg>
        <pc:spChg chg="del mod">
          <ac:chgData name="Satya Yandrapu" userId="8862cef5051813ea" providerId="LiveId" clId="{374B3F82-76F1-45C2-BD09-E1A4D59DC6C5}" dt="2026-04-11T10:26:53.978" v="635"/>
          <ac:spMkLst>
            <pc:docMk/>
            <pc:sldMk cId="735571152" sldId="266"/>
            <ac:spMk id="3" creationId="{9F4B652A-E4A6-ADFE-64ED-DEC58A027817}"/>
          </ac:spMkLst>
        </pc:spChg>
        <pc:graphicFrameChg chg="add mod modGraphic">
          <ac:chgData name="Satya Yandrapu" userId="8862cef5051813ea" providerId="LiveId" clId="{374B3F82-76F1-45C2-BD09-E1A4D59DC6C5}" dt="2026-04-11T10:39:50.857" v="792" actId="14734"/>
          <ac:graphicFrameMkLst>
            <pc:docMk/>
            <pc:sldMk cId="735571152" sldId="266"/>
            <ac:graphicFrameMk id="4" creationId="{2CFDF59F-0C90-9CF6-328C-89C45A39800D}"/>
          </ac:graphicFrameMkLst>
        </pc:graphicFrameChg>
      </pc:sldChg>
      <pc:sldChg chg="new del">
        <pc:chgData name="Satya Yandrapu" userId="8862cef5051813ea" providerId="LiveId" clId="{374B3F82-76F1-45C2-BD09-E1A4D59DC6C5}" dt="2026-04-11T10:24:51.521" v="630" actId="680"/>
        <pc:sldMkLst>
          <pc:docMk/>
          <pc:sldMk cId="1195860589" sldId="266"/>
        </pc:sldMkLst>
      </pc:sldChg>
      <pc:sldChg chg="modSp new del mod">
        <pc:chgData name="Satya Yandrapu" userId="8862cef5051813ea" providerId="LiveId" clId="{374B3F82-76F1-45C2-BD09-E1A4D59DC6C5}" dt="2026-04-11T10:16:14.080" v="463" actId="680"/>
        <pc:sldMkLst>
          <pc:docMk/>
          <pc:sldMk cId="1426262529" sldId="266"/>
        </pc:sldMkLst>
        <pc:spChg chg="mod">
          <ac:chgData name="Satya Yandrapu" userId="8862cef5051813ea" providerId="LiveId" clId="{374B3F82-76F1-45C2-BD09-E1A4D59DC6C5}" dt="2026-04-11T10:16:09.464" v="460"/>
          <ac:spMkLst>
            <pc:docMk/>
            <pc:sldMk cId="1426262529" sldId="266"/>
            <ac:spMk id="3" creationId="{990C35CA-D74E-5B0B-60A4-452DD0161103}"/>
          </ac:spMkLst>
        </pc:spChg>
        <pc:spChg chg="mod">
          <ac:chgData name="Satya Yandrapu" userId="8862cef5051813ea" providerId="LiveId" clId="{374B3F82-76F1-45C2-BD09-E1A4D59DC6C5}" dt="2026-04-11T10:16:09.464" v="460"/>
          <ac:spMkLst>
            <pc:docMk/>
            <pc:sldMk cId="1426262529" sldId="266"/>
            <ac:spMk id="4" creationId="{DC39B03C-A4B2-AD4B-7819-CFCE5518CB40}"/>
          </ac:spMkLst>
        </pc:spChg>
      </pc:sldChg>
      <pc:sldChg chg="addSp delSp new del mod">
        <pc:chgData name="Satya Yandrapu" userId="8862cef5051813ea" providerId="LiveId" clId="{374B3F82-76F1-45C2-BD09-E1A4D59DC6C5}" dt="2026-04-11T10:13:58.454" v="451" actId="680"/>
        <pc:sldMkLst>
          <pc:docMk/>
          <pc:sldMk cId="2849911167" sldId="266"/>
        </pc:sldMkLst>
        <pc:spChg chg="add del">
          <ac:chgData name="Satya Yandrapu" userId="8862cef5051813ea" providerId="LiveId" clId="{374B3F82-76F1-45C2-BD09-E1A4D59DC6C5}" dt="2026-04-11T10:13:57.824" v="450" actId="21"/>
          <ac:spMkLst>
            <pc:docMk/>
            <pc:sldMk cId="2849911167" sldId="266"/>
            <ac:spMk id="2" creationId="{D2B81303-2E66-27A2-88FA-088924E73314}"/>
          </ac:spMkLst>
        </pc:spChg>
        <pc:spChg chg="add del">
          <ac:chgData name="Satya Yandrapu" userId="8862cef5051813ea" providerId="LiveId" clId="{374B3F82-76F1-45C2-BD09-E1A4D59DC6C5}" dt="2026-04-11T10:13:57.824" v="450" actId="21"/>
          <ac:spMkLst>
            <pc:docMk/>
            <pc:sldMk cId="2849911167" sldId="266"/>
            <ac:spMk id="3" creationId="{D3260206-0218-C986-5335-DCE2577552EA}"/>
          </ac:spMkLst>
        </pc:spChg>
      </pc:sldChg>
      <pc:sldChg chg="addSp delSp modSp new del mod">
        <pc:chgData name="Satya Yandrapu" userId="8862cef5051813ea" providerId="LiveId" clId="{374B3F82-76F1-45C2-BD09-E1A4D59DC6C5}" dt="2026-04-11T10:28:51.201" v="698" actId="2696"/>
        <pc:sldMkLst>
          <pc:docMk/>
          <pc:sldMk cId="1203441616" sldId="267"/>
        </pc:sldMkLst>
        <pc:spChg chg="add del">
          <ac:chgData name="Satya Yandrapu" userId="8862cef5051813ea" providerId="LiveId" clId="{374B3F82-76F1-45C2-BD09-E1A4D59DC6C5}" dt="2026-04-11T10:28:42.992" v="695" actId="3680"/>
          <ac:spMkLst>
            <pc:docMk/>
            <pc:sldMk cId="1203441616" sldId="267"/>
            <ac:spMk id="4" creationId="{1E1D6AF8-2DF1-4333-8CD3-3C0511340EE4}"/>
          </ac:spMkLst>
        </pc:spChg>
        <pc:graphicFrameChg chg="add del mod ord modGraphic">
          <ac:chgData name="Satya Yandrapu" userId="8862cef5051813ea" providerId="LiveId" clId="{374B3F82-76F1-45C2-BD09-E1A4D59DC6C5}" dt="2026-04-11T10:28:42.992" v="695" actId="3680"/>
          <ac:graphicFrameMkLst>
            <pc:docMk/>
            <pc:sldMk cId="1203441616" sldId="267"/>
            <ac:graphicFrameMk id="7" creationId="{4E6AFAA8-C08B-F7C3-E274-319BFB4F7F14}"/>
          </ac:graphicFrameMkLst>
        </pc:graphicFrameChg>
      </pc:sldChg>
      <pc:sldChg chg="new del">
        <pc:chgData name="Satya Yandrapu" userId="8862cef5051813ea" providerId="LiveId" clId="{374B3F82-76F1-45C2-BD09-E1A4D59DC6C5}" dt="2026-04-11T10:29:40.652" v="704" actId="2696"/>
        <pc:sldMkLst>
          <pc:docMk/>
          <pc:sldMk cId="1546374804" sldId="267"/>
        </pc:sldMkLst>
      </pc:sldChg>
      <pc:sldChg chg="addSp delSp modSp new mod modTransition">
        <pc:chgData name="Satya Yandrapu" userId="8862cef5051813ea" providerId="LiveId" clId="{374B3F82-76F1-45C2-BD09-E1A4D59DC6C5}" dt="2026-04-11T10:50:20.142" v="943"/>
        <pc:sldMkLst>
          <pc:docMk/>
          <pc:sldMk cId="3214351205" sldId="267"/>
        </pc:sldMkLst>
        <pc:spChg chg="del mod">
          <ac:chgData name="Satya Yandrapu" userId="8862cef5051813ea" providerId="LiveId" clId="{374B3F82-76F1-45C2-BD09-E1A4D59DC6C5}" dt="2026-04-11T10:35:44.548" v="762" actId="21"/>
          <ac:spMkLst>
            <pc:docMk/>
            <pc:sldMk cId="3214351205" sldId="267"/>
            <ac:spMk id="2" creationId="{AA513D0E-9698-86DA-FB78-5FB99A164DAC}"/>
          </ac:spMkLst>
        </pc:spChg>
        <pc:spChg chg="del">
          <ac:chgData name="Satya Yandrapu" userId="8862cef5051813ea" providerId="LiveId" clId="{374B3F82-76F1-45C2-BD09-E1A4D59DC6C5}" dt="2026-04-11T10:31:04.718" v="713" actId="3680"/>
          <ac:spMkLst>
            <pc:docMk/>
            <pc:sldMk cId="3214351205" sldId="267"/>
            <ac:spMk id="3" creationId="{217F74A8-D14F-4E9E-F65C-B34237F2BEBC}"/>
          </ac:spMkLst>
        </pc:spChg>
        <pc:spChg chg="add mod">
          <ac:chgData name="Satya Yandrapu" userId="8862cef5051813ea" providerId="LiveId" clId="{374B3F82-76F1-45C2-BD09-E1A4D59DC6C5}" dt="2026-04-11T10:41:00.287" v="803" actId="207"/>
          <ac:spMkLst>
            <pc:docMk/>
            <pc:sldMk cId="3214351205" sldId="267"/>
            <ac:spMk id="6" creationId="{633C391A-8A3B-CD5C-1D85-760C40971989}"/>
          </ac:spMkLst>
        </pc:spChg>
        <pc:spChg chg="add del mod">
          <ac:chgData name="Satya Yandrapu" userId="8862cef5051813ea" providerId="LiveId" clId="{374B3F82-76F1-45C2-BD09-E1A4D59DC6C5}" dt="2026-04-11T10:36:13.728" v="763" actId="3680"/>
          <ac:spMkLst>
            <pc:docMk/>
            <pc:sldMk cId="3214351205" sldId="267"/>
            <ac:spMk id="8" creationId="{95BBD3CD-B4CC-D51F-011A-C7450AFB2BC9}"/>
          </ac:spMkLst>
        </pc:spChg>
        <pc:graphicFrameChg chg="add del mod ord modGraphic">
          <ac:chgData name="Satya Yandrapu" userId="8862cef5051813ea" providerId="LiveId" clId="{374B3F82-76F1-45C2-BD09-E1A4D59DC6C5}" dt="2026-04-11T10:35:44.548" v="762" actId="21"/>
          <ac:graphicFrameMkLst>
            <pc:docMk/>
            <pc:sldMk cId="3214351205" sldId="267"/>
            <ac:graphicFrameMk id="4" creationId="{13CC3411-9417-1345-F227-698F825C0857}"/>
          </ac:graphicFrameMkLst>
        </pc:graphicFrameChg>
        <pc:graphicFrameChg chg="add mod ord modGraphic">
          <ac:chgData name="Satya Yandrapu" userId="8862cef5051813ea" providerId="LiveId" clId="{374B3F82-76F1-45C2-BD09-E1A4D59DC6C5}" dt="2026-04-11T10:44:01.479" v="860" actId="404"/>
          <ac:graphicFrameMkLst>
            <pc:docMk/>
            <pc:sldMk cId="3214351205" sldId="267"/>
            <ac:graphicFrameMk id="9" creationId="{1D140FED-B78A-ACC3-CB68-2CD87CEDDE7F}"/>
          </ac:graphicFrameMkLst>
        </pc:graphicFrameChg>
      </pc:sldChg>
      <pc:sldChg chg="new del">
        <pc:chgData name="Satya Yandrapu" userId="8862cef5051813ea" providerId="LiveId" clId="{374B3F82-76F1-45C2-BD09-E1A4D59DC6C5}" dt="2026-04-11T10:29:07.094" v="700" actId="2696"/>
        <pc:sldMkLst>
          <pc:docMk/>
          <pc:sldMk cId="3429493802" sldId="267"/>
        </pc:sldMkLst>
      </pc:sldChg>
      <pc:sldChg chg="new del">
        <pc:chgData name="Satya Yandrapu" userId="8862cef5051813ea" providerId="LiveId" clId="{374B3F82-76F1-45C2-BD09-E1A4D59DC6C5}" dt="2026-04-11T10:29:15.687" v="702" actId="2696"/>
        <pc:sldMkLst>
          <pc:docMk/>
          <pc:sldMk cId="3706246947" sldId="267"/>
        </pc:sldMkLst>
      </pc:sldChg>
      <pc:sldChg chg="modSp new mod modTransition">
        <pc:chgData name="Satya Yandrapu" userId="8862cef5051813ea" providerId="LiveId" clId="{374B3F82-76F1-45C2-BD09-E1A4D59DC6C5}" dt="2026-04-11T10:50:12.772" v="941"/>
        <pc:sldMkLst>
          <pc:docMk/>
          <pc:sldMk cId="670633066" sldId="268"/>
        </pc:sldMkLst>
        <pc:spChg chg="mod">
          <ac:chgData name="Satya Yandrapu" userId="8862cef5051813ea" providerId="LiveId" clId="{374B3F82-76F1-45C2-BD09-E1A4D59DC6C5}" dt="2026-04-11T10:47:20.056" v="917" actId="20577"/>
          <ac:spMkLst>
            <pc:docMk/>
            <pc:sldMk cId="670633066" sldId="268"/>
            <ac:spMk id="2" creationId="{037C4597-D449-B895-B5B8-2ED3746553EC}"/>
          </ac:spMkLst>
        </pc:spChg>
        <pc:spChg chg="mod">
          <ac:chgData name="Satya Yandrapu" userId="8862cef5051813ea" providerId="LiveId" clId="{374B3F82-76F1-45C2-BD09-E1A4D59DC6C5}" dt="2026-04-11T10:47:25.057" v="918" actId="14100"/>
          <ac:spMkLst>
            <pc:docMk/>
            <pc:sldMk cId="670633066" sldId="268"/>
            <ac:spMk id="3" creationId="{FF912468-FC24-378C-9C80-4DABF3049CB9}"/>
          </ac:spMkLst>
        </pc:spChg>
      </pc:sldChg>
      <pc:sldChg chg="modSp new mod modTransition">
        <pc:chgData name="Satya Yandrapu" userId="8862cef5051813ea" providerId="LiveId" clId="{374B3F82-76F1-45C2-BD09-E1A4D59DC6C5}" dt="2026-04-11T10:50:15.981" v="942"/>
        <pc:sldMkLst>
          <pc:docMk/>
          <pc:sldMk cId="390028113" sldId="269"/>
        </pc:sldMkLst>
        <pc:spChg chg="mod">
          <ac:chgData name="Satya Yandrapu" userId="8862cef5051813ea" providerId="LiveId" clId="{374B3F82-76F1-45C2-BD09-E1A4D59DC6C5}" dt="2026-04-11T10:48:38.969" v="933" actId="255"/>
          <ac:spMkLst>
            <pc:docMk/>
            <pc:sldMk cId="390028113" sldId="269"/>
            <ac:spMk id="2" creationId="{EF9D93BA-F053-B2A6-6D43-C7AA750F5E04}"/>
          </ac:spMkLst>
        </pc:spChg>
        <pc:spChg chg="mod">
          <ac:chgData name="Satya Yandrapu" userId="8862cef5051813ea" providerId="LiveId" clId="{374B3F82-76F1-45C2-BD09-E1A4D59DC6C5}" dt="2026-04-11T10:49:09.305" v="939" actId="14100"/>
          <ac:spMkLst>
            <pc:docMk/>
            <pc:sldMk cId="390028113" sldId="269"/>
            <ac:spMk id="3" creationId="{294FA706-EEA3-1F48-7C96-439CBE13D3C4}"/>
          </ac:spMkLst>
        </pc:spChg>
      </pc:sldChg>
      <pc:sldChg chg="addSp delSp modSp new del mod">
        <pc:chgData name="Satya Yandrapu" userId="8862cef5051813ea" providerId="LiveId" clId="{374B3F82-76F1-45C2-BD09-E1A4D59DC6C5}" dt="2026-04-12T02:33:17.566" v="992" actId="2696"/>
        <pc:sldMkLst>
          <pc:docMk/>
          <pc:sldMk cId="317788790" sldId="270"/>
        </pc:sldMkLst>
        <pc:spChg chg="del mod">
          <ac:chgData name="Satya Yandrapu" userId="8862cef5051813ea" providerId="LiveId" clId="{374B3F82-76F1-45C2-BD09-E1A4D59DC6C5}" dt="2026-04-12T02:30:58.325" v="965" actId="21"/>
          <ac:spMkLst>
            <pc:docMk/>
            <pc:sldMk cId="317788790" sldId="270"/>
            <ac:spMk id="2" creationId="{D355725C-3EC1-F714-C191-36F05F3ACD3E}"/>
          </ac:spMkLst>
        </pc:spChg>
        <pc:spChg chg="del mod">
          <ac:chgData name="Satya Yandrapu" userId="8862cef5051813ea" providerId="LiveId" clId="{374B3F82-76F1-45C2-BD09-E1A4D59DC6C5}" dt="2026-04-12T02:30:58.325" v="965" actId="21"/>
          <ac:spMkLst>
            <pc:docMk/>
            <pc:sldMk cId="317788790" sldId="270"/>
            <ac:spMk id="3" creationId="{250EE53F-96F8-A633-D8BA-3F7EF25AAFB2}"/>
          </ac:spMkLst>
        </pc:spChg>
        <pc:spChg chg="add mod">
          <ac:chgData name="Satya Yandrapu" userId="8862cef5051813ea" providerId="LiveId" clId="{374B3F82-76F1-45C2-BD09-E1A4D59DC6C5}" dt="2026-04-12T02:30:58.325" v="965" actId="21"/>
          <ac:spMkLst>
            <pc:docMk/>
            <pc:sldMk cId="317788790" sldId="270"/>
            <ac:spMk id="5" creationId="{5407CC82-1C7F-1A09-DF44-551A6092A628}"/>
          </ac:spMkLst>
        </pc:spChg>
      </pc:sldChg>
      <pc:sldChg chg="new del">
        <pc:chgData name="Satya Yandrapu" userId="8862cef5051813ea" providerId="LiveId" clId="{374B3F82-76F1-45C2-BD09-E1A4D59DC6C5}" dt="2026-04-12T02:30:13.823" v="960" actId="680"/>
        <pc:sldMkLst>
          <pc:docMk/>
          <pc:sldMk cId="557767126" sldId="271"/>
        </pc:sldMkLst>
      </pc:sldChg>
      <pc:sldChg chg="addSp modSp new mod">
        <pc:chgData name="Satya Yandrapu" userId="8862cef5051813ea" providerId="LiveId" clId="{374B3F82-76F1-45C2-BD09-E1A4D59DC6C5}" dt="2026-04-12T02:33:04.806" v="991" actId="14100"/>
        <pc:sldMkLst>
          <pc:docMk/>
          <pc:sldMk cId="2238402856" sldId="271"/>
        </pc:sldMkLst>
        <pc:spChg chg="add mod">
          <ac:chgData name="Satya Yandrapu" userId="8862cef5051813ea" providerId="LiveId" clId="{374B3F82-76F1-45C2-BD09-E1A4D59DC6C5}" dt="2026-04-12T02:33:04.806" v="991" actId="14100"/>
          <ac:spMkLst>
            <pc:docMk/>
            <pc:sldMk cId="2238402856" sldId="271"/>
            <ac:spMk id="3" creationId="{CCC4DC4E-3F95-736D-C6B5-5202F7A399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21B4-3FBC-32EA-655F-14BA0F19CE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Multiplexing and Demultiplexing in Transport Layer</a:t>
            </a:r>
            <a:endParaRPr lang="en-IN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F3572-1A61-62E8-1F3C-85560C93C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9787256" cy="2016442"/>
          </a:xfrm>
        </p:spPr>
        <p:txBody>
          <a:bodyPr>
            <a:normAutofit fontScale="92500"/>
          </a:bodyPr>
          <a:lstStyle/>
          <a:p>
            <a:r>
              <a:rPr lang="en-IN" sz="21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Simulation using Python</a:t>
            </a:r>
          </a:p>
          <a:p>
            <a:r>
              <a:rPr lang="en-IN" b="1" dirty="0">
                <a:solidFill>
                  <a:schemeClr val="tx1"/>
                </a:solidFill>
              </a:rPr>
              <a:t>                                                                                        </a:t>
            </a:r>
            <a:r>
              <a:rPr lang="en-IN" sz="2100" b="1" dirty="0">
                <a:solidFill>
                  <a:schemeClr val="tx1"/>
                </a:solidFill>
              </a:rPr>
              <a:t>Presented by :  </a:t>
            </a:r>
            <a:r>
              <a:rPr lang="en-IN" sz="2100" dirty="0">
                <a:solidFill>
                  <a:schemeClr val="tx1"/>
                </a:solidFill>
              </a:rPr>
              <a:t>Y. Jyothika</a:t>
            </a:r>
            <a:br>
              <a:rPr lang="en-IN" sz="2100" dirty="0">
                <a:solidFill>
                  <a:schemeClr val="tx1"/>
                </a:solidFill>
              </a:rPr>
            </a:br>
            <a:r>
              <a:rPr lang="en-IN" sz="2100" dirty="0">
                <a:solidFill>
                  <a:schemeClr val="tx1"/>
                </a:solidFill>
              </a:rPr>
              <a:t>                                                                                                              Ch. Anjali Devi</a:t>
            </a:r>
            <a:br>
              <a:rPr lang="en-IN" sz="2100" dirty="0">
                <a:solidFill>
                  <a:schemeClr val="tx1"/>
                </a:solidFill>
              </a:rPr>
            </a:br>
            <a:r>
              <a:rPr lang="en-IN" sz="2100" dirty="0">
                <a:solidFill>
                  <a:schemeClr val="tx1"/>
                </a:solidFill>
              </a:rPr>
              <a:t>                                                                                                              D. Ramalakshmi</a:t>
            </a:r>
            <a:br>
              <a:rPr lang="en-IN" sz="2100" dirty="0">
                <a:solidFill>
                  <a:schemeClr val="tx1"/>
                </a:solidFill>
              </a:rPr>
            </a:br>
            <a:r>
              <a:rPr lang="en-IN" sz="2100" dirty="0">
                <a:solidFill>
                  <a:schemeClr val="tx1"/>
                </a:solidFill>
              </a:rPr>
              <a:t>                                                                                                              A. Bhargavi Priya</a:t>
            </a:r>
          </a:p>
        </p:txBody>
      </p:sp>
    </p:spTree>
    <p:extLst>
      <p:ext uri="{BB962C8B-B14F-4D97-AF65-F5344CB8AC3E}">
        <p14:creationId xmlns:p14="http://schemas.microsoft.com/office/powerpoint/2010/main" val="109222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70DD-58B7-00BF-2154-CF1B0C2E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559" y="111760"/>
            <a:ext cx="9565852" cy="108712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F2D6E-1661-AF68-14E7-3A1F0432B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439" y="1198880"/>
            <a:ext cx="8656321" cy="5384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Transport Layer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Multiplexing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Demultiplexing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Multiplexing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Demultiplexing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Multiplexing and Demultiplexing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Explanation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99340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3EDA-EDAA-D1A1-363B-8EE64B23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582" y="618518"/>
            <a:ext cx="9484829" cy="121552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F5E02-9AD1-D50D-4C60-8E8283D1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58" y="2097087"/>
            <a:ext cx="10387654" cy="3694113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Responsible for end-to-end communication </a:t>
            </a:r>
          </a:p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process-to-process delivery </a:t>
            </a:r>
          </a:p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port numbers to identify processes  </a:t>
            </a:r>
          </a:p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Protocols: TCP and UDP</a:t>
            </a: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75EA0-07DD-CFC4-CCCD-9BA5DED44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0" y="1834038"/>
            <a:ext cx="5267123" cy="306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4679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FFE8-D3DB-63F1-B914-666AE0BC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43" y="618518"/>
            <a:ext cx="9878367" cy="147857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Multiplexing ?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67701-56D6-45F6-70A0-65B4E08AB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063" y="2249487"/>
            <a:ext cx="8790348" cy="354171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 data from multiple processes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Sent through a single communication channel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Adds headers with port numbers*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at the sender side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87521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F9E1-44DC-EE0C-BF73-6B18ACFD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583" y="618518"/>
            <a:ext cx="9484828" cy="105981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Demultiplexing ?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5840-5082-F5E8-5C86-53CE1F8FF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179" y="1562582"/>
            <a:ext cx="8623139" cy="1678329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Separating received data to correct processes.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port numbers to identify destination.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Done at the receiver side.</a:t>
            </a:r>
            <a:endParaRPr lang="en-IN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F90D2B-568D-DF5E-753C-A9BF8D63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92" y="3834610"/>
            <a:ext cx="6157731" cy="24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87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4597-D449-B895-B5B8-2ED37465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Multiplexing: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12468-FC24-378C-9C80-4DABF304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2160" y="2249487"/>
            <a:ext cx="9005251" cy="35417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 of network resources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multiple applications to share network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cost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63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D93BA-F053-B2A6-6D43-C7AA750F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Demultiplexing: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FA706-EEA3-1F48-7C96-439CBE13D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0720" y="2249487"/>
            <a:ext cx="9096691" cy="35417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correct delivery to applications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Avoids data confusion between processes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Maintains communication accuracy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2811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3C391A-8A3B-CD5C-1D85-760C4097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40080"/>
            <a:ext cx="10471467" cy="94488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Multiplexing and Demultiplexing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D140FED-B78A-ACC3-CB68-2CD87CEDD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2026939"/>
              </p:ext>
            </p:extLst>
          </p:nvPr>
        </p:nvGraphicFramePr>
        <p:xfrm>
          <a:off x="1141412" y="1767840"/>
          <a:ext cx="9394510" cy="4695085"/>
        </p:xfrm>
        <a:graphic>
          <a:graphicData uri="http://schemas.openxmlformats.org/drawingml/2006/table">
            <a:tbl>
              <a:tblPr firstRow="1" firstCol="1" bandRow="1">
                <a:tableStyleId>{35758FB7-9AC5-4552-8A53-C91805E547FA}</a:tableStyleId>
              </a:tblPr>
              <a:tblGrid>
                <a:gridCol w="4700588">
                  <a:extLst>
                    <a:ext uri="{9D8B030D-6E8A-4147-A177-3AD203B41FA5}">
                      <a16:colId xmlns:a16="http://schemas.microsoft.com/office/drawing/2014/main" val="1635121423"/>
                    </a:ext>
                  </a:extLst>
                </a:gridCol>
                <a:gridCol w="4693922">
                  <a:extLst>
                    <a:ext uri="{9D8B030D-6E8A-4147-A177-3AD203B41FA5}">
                      <a16:colId xmlns:a16="http://schemas.microsoft.com/office/drawing/2014/main" val="369352259"/>
                    </a:ext>
                  </a:extLst>
                </a:gridCol>
              </a:tblGrid>
              <a:tr h="588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</a:t>
                      </a: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Multiplexing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</a:t>
                      </a: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Demultiplexing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340860"/>
                  </a:ext>
                </a:extLst>
              </a:tr>
              <a:tr h="900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multiple signals/data into one channel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Splits one channel into multiple signals/data</a:t>
                      </a:r>
                    </a:p>
                    <a:p>
                      <a:endParaRPr lang="en-IN" sz="20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606617"/>
                  </a:ext>
                </a:extLst>
              </a:tr>
              <a:tr h="59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Done at the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sender side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Done at the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receiver side</a:t>
                      </a:r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473605"/>
                  </a:ext>
                </a:extLst>
              </a:tr>
              <a:tr h="59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→ One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→ Many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391247"/>
                  </a:ext>
                </a:extLst>
              </a:tr>
              <a:tr h="668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Sending data from many processes together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Receiving and separating data to correct processes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537234"/>
                  </a:ext>
                </a:extLst>
              </a:tr>
              <a:tr h="1250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Realworld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example: Many people make calls at the same </a:t>
                      </a:r>
                      <a:r>
                        <a:rPr lang="en-US" sz="2000" b="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time.All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calls are combined and sent through a single communication system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Realworld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example: Cable brings all channels together.TV lets you select one channel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930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35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DCB5C-04B2-C977-EF55-6972DCB46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172720"/>
            <a:ext cx="9902821" cy="77216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: Multiplexing and Demultiplexing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0D25E-7C4B-4F4D-B062-F4A29A31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5840" y="944880"/>
            <a:ext cx="8771571" cy="5516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Take data from different processes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Example: Process1 → Data1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Process2 → Data2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Multiplexing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Combine all data into one channel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Send data one by one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Demultiplexing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Receive the combined data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Separate data back to correct processes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Display the received data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Stop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1675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D21C-A791-6C7C-731E-D4D80F82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62046"/>
            <a:ext cx="3951449" cy="90475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PROGRAM: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A92CE-4356-C5D1-E626-7F86DF691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6798"/>
            <a:ext cx="9905999" cy="52730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Multiplexing: sending data from multiple processes through a single channel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Demultiplexing: receiving data and delivering it to the correct process based on port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List of data streams: each item has (process name, data)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data_stream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("Process1", "Data1"),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("Process2", "Data2")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Multiplexing part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print("Multiplexing:")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8586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C4DC4E-3F95-736D-C6B5-5202F7A399AD}"/>
              </a:ext>
            </a:extLst>
          </p:cNvPr>
          <p:cNvSpPr txBox="1"/>
          <p:nvPr/>
        </p:nvSpPr>
        <p:spPr>
          <a:xfrm>
            <a:off x="1402080" y="589280"/>
            <a:ext cx="76809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Loop through each process and its data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process, data in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data_stream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Simulate sending data from each process into one shared channel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print("Sending:", data, "from", process)</a:t>
            </a:r>
          </a:p>
          <a:p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Demultiplexing part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nDemultiplexing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:")</a:t>
            </a:r>
          </a:p>
          <a:p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Loop through each process and its data again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process, data in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data_stream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Simulate receiving data and sending it to the correct process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print("Received:", data, "to", process)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40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264F-2B43-CF1F-D2A6-80CD56F3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686" y="618518"/>
            <a:ext cx="9623725" cy="1071386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21888-B4A2-D144-90A4-7CDFFA72A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3752" y="1932972"/>
            <a:ext cx="8373659" cy="38582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Multiplexing: </a:t>
            </a:r>
          </a:p>
          <a:p>
            <a:pPr marL="0" indent="0"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Sending: Data1 from Process1 </a:t>
            </a:r>
          </a:p>
          <a:p>
            <a:pPr marL="0" indent="0"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Sending: Data2 from Process2 </a:t>
            </a:r>
          </a:p>
          <a:p>
            <a:pPr marL="0" indent="0"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Demultiplexing: </a:t>
            </a:r>
          </a:p>
          <a:p>
            <a:pPr marL="0" indent="0"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Received: Data1 to Process1 </a:t>
            </a:r>
          </a:p>
          <a:p>
            <a:pPr marL="0" indent="0"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Received: Data2 to Process2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7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76AB-2C50-271F-C436-7E559097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E1FFF-2145-F934-A973-D3E6595E6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547" y="2249487"/>
            <a:ext cx="9102864" cy="354171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Multiplexing combines multiple data streams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Demultiplexing separates them correctly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are essential in transport layer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 clearly demonstrates the concept.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19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4D499-2B37-4C99-F961-640F0290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640" y="1498557"/>
            <a:ext cx="8889999" cy="3860885"/>
          </a:xfrm>
        </p:spPr>
        <p:txBody>
          <a:bodyPr>
            <a:normAutofit/>
          </a:bodyPr>
          <a:lstStyle/>
          <a:p>
            <a:r>
              <a:rPr lang="en-IN" sz="8800" dirty="0">
                <a:solidFill>
                  <a:schemeClr val="bg1"/>
                </a:solidFill>
                <a:latin typeface="Algerian" panose="04020705040A02060702" pitchFamily="82" charset="0"/>
              </a:rPr>
              <a:t>   Thank you</a:t>
            </a:r>
          </a:p>
        </p:txBody>
      </p:sp>
    </p:spTree>
    <p:extLst>
      <p:ext uri="{BB962C8B-B14F-4D97-AF65-F5344CB8AC3E}">
        <p14:creationId xmlns:p14="http://schemas.microsoft.com/office/powerpoint/2010/main" val="283943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176</TotalTime>
  <Words>558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Times New Roman</vt:lpstr>
      <vt:lpstr>Tw Cen MT</vt:lpstr>
      <vt:lpstr>Circuit</vt:lpstr>
      <vt:lpstr>Multiplexing and Demultiplexing in Transport Layer</vt:lpstr>
      <vt:lpstr>Table of Contents</vt:lpstr>
      <vt:lpstr>Introduction to Transport Layer</vt:lpstr>
      <vt:lpstr>What is Multiplexing ?</vt:lpstr>
      <vt:lpstr>What is Demultiplexing ?</vt:lpstr>
      <vt:lpstr>Need for Multiplexing:</vt:lpstr>
      <vt:lpstr>Need for Demultiplexing:</vt:lpstr>
      <vt:lpstr>Difference Between Multiplexing and Demultiplexing</vt:lpstr>
      <vt:lpstr>Algorithm : Multiplexing and Demultiplexing</vt:lpstr>
      <vt:lpstr>PROGRAM: </vt:lpstr>
      <vt:lpstr>PowerPoint Presentation</vt:lpstr>
      <vt:lpstr>OUTPUT :</vt:lpstr>
      <vt:lpstr>Conclusion :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Yandrapu</dc:creator>
  <cp:lastModifiedBy>Satya Yandrapu</cp:lastModifiedBy>
  <cp:revision>8</cp:revision>
  <dcterms:created xsi:type="dcterms:W3CDTF">2026-04-10T08:41:43Z</dcterms:created>
  <dcterms:modified xsi:type="dcterms:W3CDTF">2026-04-12T02:33:55Z</dcterms:modified>
</cp:coreProperties>
</file>